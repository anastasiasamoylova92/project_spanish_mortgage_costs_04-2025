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4" r:id="rId5"/>
    <p:sldId id="315" r:id="rId6"/>
    <p:sldId id="328" r:id="rId7"/>
    <p:sldId id="325" r:id="rId8"/>
    <p:sldId id="485" r:id="rId9"/>
    <p:sldId id="490" r:id="rId10"/>
    <p:sldId id="489" r:id="rId11"/>
    <p:sldId id="491" r:id="rId12"/>
    <p:sldId id="4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1A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80F59-8A44-436D-82AD-C468D3E99A95}" v="3" dt="2025-04-25T14:27:25.498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503" autoAdjust="0"/>
  </p:normalViewPr>
  <p:slideViewPr>
    <p:cSldViewPr snapToGrid="0">
      <p:cViewPr varScale="1">
        <p:scale>
          <a:sx n="80" d="100"/>
          <a:sy n="80" d="100"/>
        </p:scale>
        <p:origin x="1794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tasia Samoylova" userId="fd4a035e5905c4ac" providerId="LiveId" clId="{41480F59-8A44-436D-82AD-C468D3E99A95}"/>
    <pc:docChg chg="undo redo custSel addSld delSld modSld">
      <pc:chgData name="Anastasia Samoylova" userId="fd4a035e5905c4ac" providerId="LiveId" clId="{41480F59-8A44-436D-82AD-C468D3E99A95}" dt="2025-04-26T14:07:08.337" v="240" actId="20577"/>
      <pc:docMkLst>
        <pc:docMk/>
      </pc:docMkLst>
      <pc:sldChg chg="modSp mod modNotesTx">
        <pc:chgData name="Anastasia Samoylova" userId="fd4a035e5905c4ac" providerId="LiveId" clId="{41480F59-8A44-436D-82AD-C468D3E99A95}" dt="2025-04-26T14:06:48.395" v="235" actId="20577"/>
        <pc:sldMkLst>
          <pc:docMk/>
          <pc:sldMk cId="3696770303" sldId="315"/>
        </pc:sldMkLst>
        <pc:spChg chg="mod">
          <ac:chgData name="Anastasia Samoylova" userId="fd4a035e5905c4ac" providerId="LiveId" clId="{41480F59-8A44-436D-82AD-C468D3E99A95}" dt="2025-04-26T12:07:49.554" v="208"/>
          <ac:spMkLst>
            <pc:docMk/>
            <pc:sldMk cId="3696770303" sldId="315"/>
            <ac:spMk id="5" creationId="{91EF53E3-F88C-4203-A489-8C9D57513DF6}"/>
          </ac:spMkLst>
        </pc:spChg>
        <pc:spChg chg="mod">
          <ac:chgData name="Anastasia Samoylova" userId="fd4a035e5905c4ac" providerId="LiveId" clId="{41480F59-8A44-436D-82AD-C468D3E99A95}" dt="2025-04-26T12:12:57.111" v="233" actId="20577"/>
          <ac:spMkLst>
            <pc:docMk/>
            <pc:sldMk cId="3696770303" sldId="315"/>
            <ac:spMk id="8" creationId="{6F03AADD-A4FE-4CE8-944C-3F9C9777F0AB}"/>
          </ac:spMkLst>
        </pc:spChg>
      </pc:sldChg>
      <pc:sldChg chg="del">
        <pc:chgData name="Anastasia Samoylova" userId="fd4a035e5905c4ac" providerId="LiveId" clId="{41480F59-8A44-436D-82AD-C468D3E99A95}" dt="2025-04-25T11:18:29.786" v="1" actId="47"/>
        <pc:sldMkLst>
          <pc:docMk/>
          <pc:sldMk cId="2553204618" sldId="331"/>
        </pc:sldMkLst>
      </pc:sldChg>
      <pc:sldChg chg="del">
        <pc:chgData name="Anastasia Samoylova" userId="fd4a035e5905c4ac" providerId="LiveId" clId="{41480F59-8A44-436D-82AD-C468D3E99A95}" dt="2025-04-25T11:18:24.067" v="0" actId="47"/>
        <pc:sldMkLst>
          <pc:docMk/>
          <pc:sldMk cId="17509548" sldId="333"/>
        </pc:sldMkLst>
      </pc:sldChg>
      <pc:sldChg chg="modSp mod modNotesTx">
        <pc:chgData name="Anastasia Samoylova" userId="fd4a035e5905c4ac" providerId="LiveId" clId="{41480F59-8A44-436D-82AD-C468D3E99A95}" dt="2025-04-26T14:00:18.359" v="234" actId="20577"/>
        <pc:sldMkLst>
          <pc:docMk/>
          <pc:sldMk cId="2955188397" sldId="485"/>
        </pc:sldMkLst>
        <pc:spChg chg="mod">
          <ac:chgData name="Anastasia Samoylova" userId="fd4a035e5905c4ac" providerId="LiveId" clId="{41480F59-8A44-436D-82AD-C468D3E99A95}" dt="2025-04-25T12:04:43.703" v="26" actId="1076"/>
          <ac:spMkLst>
            <pc:docMk/>
            <pc:sldMk cId="2955188397" sldId="485"/>
            <ac:spMk id="2" creationId="{BDCE6C54-0E89-67D0-5033-2DB01556917A}"/>
          </ac:spMkLst>
        </pc:spChg>
        <pc:spChg chg="mod">
          <ac:chgData name="Anastasia Samoylova" userId="fd4a035e5905c4ac" providerId="LiveId" clId="{41480F59-8A44-436D-82AD-C468D3E99A95}" dt="2025-04-26T09:35:47.716" v="196" actId="20577"/>
          <ac:spMkLst>
            <pc:docMk/>
            <pc:sldMk cId="2955188397" sldId="485"/>
            <ac:spMk id="4" creationId="{3A890F7A-5AE6-670B-CA89-DEEC36FE3E43}"/>
          </ac:spMkLst>
        </pc:spChg>
        <pc:spChg chg="mod">
          <ac:chgData name="Anastasia Samoylova" userId="fd4a035e5905c4ac" providerId="LiveId" clId="{41480F59-8A44-436D-82AD-C468D3E99A95}" dt="2025-04-25T12:04:49.878" v="27" actId="1076"/>
          <ac:spMkLst>
            <pc:docMk/>
            <pc:sldMk cId="2955188397" sldId="485"/>
            <ac:spMk id="5" creationId="{A143C1C4-D652-DC89-E690-7D3C7B0CDED2}"/>
          </ac:spMkLst>
        </pc:spChg>
        <pc:spChg chg="mod">
          <ac:chgData name="Anastasia Samoylova" userId="fd4a035e5905c4ac" providerId="LiveId" clId="{41480F59-8A44-436D-82AD-C468D3E99A95}" dt="2025-04-25T12:05:50.083" v="56" actId="5793"/>
          <ac:spMkLst>
            <pc:docMk/>
            <pc:sldMk cId="2955188397" sldId="485"/>
            <ac:spMk id="7" creationId="{2F17BFD6-8E1E-0631-CFA4-6A1DAEC68728}"/>
          </ac:spMkLst>
        </pc:spChg>
        <pc:spChg chg="mod">
          <ac:chgData name="Anastasia Samoylova" userId="fd4a035e5905c4ac" providerId="LiveId" clId="{41480F59-8A44-436D-82AD-C468D3E99A95}" dt="2025-04-25T12:30:50.906" v="96" actId="20577"/>
          <ac:spMkLst>
            <pc:docMk/>
            <pc:sldMk cId="2955188397" sldId="485"/>
            <ac:spMk id="9" creationId="{EB1F3C09-7AEF-3734-5D2E-DB144EADEAB0}"/>
          </ac:spMkLst>
        </pc:spChg>
        <pc:picChg chg="mod">
          <ac:chgData name="Anastasia Samoylova" userId="fd4a035e5905c4ac" providerId="LiveId" clId="{41480F59-8A44-436D-82AD-C468D3E99A95}" dt="2025-04-25T12:04:58.640" v="29" actId="1076"/>
          <ac:picMkLst>
            <pc:docMk/>
            <pc:sldMk cId="2955188397" sldId="485"/>
            <ac:picMk id="3" creationId="{B63B9D9E-0FB1-5EDE-3C3B-5EF2232F8529}"/>
          </ac:picMkLst>
        </pc:picChg>
      </pc:sldChg>
      <pc:sldChg chg="addSp delSp modSp mod modNotesTx">
        <pc:chgData name="Anastasia Samoylova" userId="fd4a035e5905c4ac" providerId="LiveId" clId="{41480F59-8A44-436D-82AD-C468D3E99A95}" dt="2025-04-26T11:50:11.128" v="205" actId="6549"/>
        <pc:sldMkLst>
          <pc:docMk/>
          <pc:sldMk cId="3166711638" sldId="490"/>
        </pc:sldMkLst>
        <pc:spChg chg="mod">
          <ac:chgData name="Anastasia Samoylova" userId="fd4a035e5905c4ac" providerId="LiveId" clId="{41480F59-8A44-436D-82AD-C468D3E99A95}" dt="2025-04-25T12:06:01.460" v="58" actId="1076"/>
          <ac:spMkLst>
            <pc:docMk/>
            <pc:sldMk cId="3166711638" sldId="490"/>
            <ac:spMk id="2" creationId="{D0AD991A-4702-6558-A3C1-7EA3010883E3}"/>
          </ac:spMkLst>
        </pc:spChg>
        <pc:spChg chg="mod">
          <ac:chgData name="Anastasia Samoylova" userId="fd4a035e5905c4ac" providerId="LiveId" clId="{41480F59-8A44-436D-82AD-C468D3E99A95}" dt="2025-04-25T12:32:21.442" v="114" actId="1076"/>
          <ac:spMkLst>
            <pc:docMk/>
            <pc:sldMk cId="3166711638" sldId="490"/>
            <ac:spMk id="16" creationId="{825A3758-7363-FF81-B14B-750C12BC0A90}"/>
          </ac:spMkLst>
        </pc:spChg>
        <pc:spChg chg="mod">
          <ac:chgData name="Anastasia Samoylova" userId="fd4a035e5905c4ac" providerId="LiveId" clId="{41480F59-8A44-436D-82AD-C468D3E99A95}" dt="2025-04-25T12:32:21.442" v="114" actId="1076"/>
          <ac:spMkLst>
            <pc:docMk/>
            <pc:sldMk cId="3166711638" sldId="490"/>
            <ac:spMk id="21" creationId="{59760217-48AE-E25B-C51C-C464AB87C8EE}"/>
          </ac:spMkLst>
        </pc:spChg>
        <pc:spChg chg="mod">
          <ac:chgData name="Anastasia Samoylova" userId="fd4a035e5905c4ac" providerId="LiveId" clId="{41480F59-8A44-436D-82AD-C468D3E99A95}" dt="2025-04-25T12:32:10.694" v="112" actId="1076"/>
          <ac:spMkLst>
            <pc:docMk/>
            <pc:sldMk cId="3166711638" sldId="490"/>
            <ac:spMk id="27" creationId="{258FFD55-AB0E-4BBD-8F41-CC262E3E0E6D}"/>
          </ac:spMkLst>
        </pc:spChg>
        <pc:spChg chg="mod">
          <ac:chgData name="Anastasia Samoylova" userId="fd4a035e5905c4ac" providerId="LiveId" clId="{41480F59-8A44-436D-82AD-C468D3E99A95}" dt="2025-04-26T11:49:51.652" v="201" actId="20577"/>
          <ac:spMkLst>
            <pc:docMk/>
            <pc:sldMk cId="3166711638" sldId="490"/>
            <ac:spMk id="30" creationId="{6029AE83-4E42-AC8B-DF25-72D28F2A10A8}"/>
          </ac:spMkLst>
        </pc:spChg>
        <pc:picChg chg="add del">
          <ac:chgData name="Anastasia Samoylova" userId="fd4a035e5905c4ac" providerId="LiveId" clId="{41480F59-8A44-436D-82AD-C468D3E99A95}" dt="2025-04-25T12:04:30.310" v="19" actId="478"/>
          <ac:picMkLst>
            <pc:docMk/>
            <pc:sldMk cId="3166711638" sldId="490"/>
            <ac:picMk id="5" creationId="{FF917C0B-BC06-61D4-2718-6B674EEDCF4F}"/>
          </ac:picMkLst>
        </pc:picChg>
        <pc:picChg chg="del mod">
          <ac:chgData name="Anastasia Samoylova" userId="fd4a035e5905c4ac" providerId="LiveId" clId="{41480F59-8A44-436D-82AD-C468D3E99A95}" dt="2025-04-25T12:09:14.931" v="70" actId="478"/>
          <ac:picMkLst>
            <pc:docMk/>
            <pc:sldMk cId="3166711638" sldId="490"/>
            <ac:picMk id="7" creationId="{FBADE513-B9DD-75E0-82B0-343BEFC19220}"/>
          </ac:picMkLst>
        </pc:picChg>
        <pc:picChg chg="add del mod">
          <ac:chgData name="Anastasia Samoylova" userId="fd4a035e5905c4ac" providerId="LiveId" clId="{41480F59-8A44-436D-82AD-C468D3E99A95}" dt="2025-04-25T12:09:52.140" v="74" actId="478"/>
          <ac:picMkLst>
            <pc:docMk/>
            <pc:sldMk cId="3166711638" sldId="490"/>
            <ac:picMk id="8" creationId="{61C3A6CE-221A-718B-B531-B3163ABDDCD0}"/>
          </ac:picMkLst>
        </pc:picChg>
        <pc:picChg chg="add mod">
          <ac:chgData name="Anastasia Samoylova" userId="fd4a035e5905c4ac" providerId="LiveId" clId="{41480F59-8A44-436D-82AD-C468D3E99A95}" dt="2025-04-25T12:32:21.442" v="114" actId="1076"/>
          <ac:picMkLst>
            <pc:docMk/>
            <pc:sldMk cId="3166711638" sldId="490"/>
            <ac:picMk id="10" creationId="{9962B249-E6F3-F255-CFDC-1E64326E97B7}"/>
          </ac:picMkLst>
        </pc:picChg>
        <pc:picChg chg="add del mod">
          <ac:chgData name="Anastasia Samoylova" userId="fd4a035e5905c4ac" providerId="LiveId" clId="{41480F59-8A44-436D-82AD-C468D3E99A95}" dt="2025-04-25T12:27:57.631" v="89" actId="478"/>
          <ac:picMkLst>
            <pc:docMk/>
            <pc:sldMk cId="3166711638" sldId="490"/>
            <ac:picMk id="12" creationId="{01A006B5-2FBD-6CF6-EF90-A00893AECD98}"/>
          </ac:picMkLst>
        </pc:picChg>
        <pc:picChg chg="add mod">
          <ac:chgData name="Anastasia Samoylova" userId="fd4a035e5905c4ac" providerId="LiveId" clId="{41480F59-8A44-436D-82AD-C468D3E99A95}" dt="2025-04-25T12:32:22.907" v="115" actId="1076"/>
          <ac:picMkLst>
            <pc:docMk/>
            <pc:sldMk cId="3166711638" sldId="490"/>
            <ac:picMk id="14" creationId="{A161D84F-0426-3AA9-A9F0-1D68CEAEA22C}"/>
          </ac:picMkLst>
        </pc:picChg>
        <pc:picChg chg="add mod">
          <ac:chgData name="Anastasia Samoylova" userId="fd4a035e5905c4ac" providerId="LiveId" clId="{41480F59-8A44-436D-82AD-C468D3E99A95}" dt="2025-04-25T12:32:21.442" v="114" actId="1076"/>
          <ac:picMkLst>
            <pc:docMk/>
            <pc:sldMk cId="3166711638" sldId="490"/>
            <ac:picMk id="17" creationId="{A93649FF-C181-6A43-31D5-A9D97CA99B96}"/>
          </ac:picMkLst>
        </pc:picChg>
        <pc:picChg chg="del">
          <ac:chgData name="Anastasia Samoylova" userId="fd4a035e5905c4ac" providerId="LiveId" clId="{41480F59-8A44-436D-82AD-C468D3E99A95}" dt="2025-04-25T12:02:45.393" v="5" actId="478"/>
          <ac:picMkLst>
            <pc:docMk/>
            <pc:sldMk cId="3166711638" sldId="490"/>
            <ac:picMk id="18" creationId="{FBD81B50-AE25-E9B8-F2E0-D342E1DB01D4}"/>
          </ac:picMkLst>
        </pc:picChg>
        <pc:picChg chg="del">
          <ac:chgData name="Anastasia Samoylova" userId="fd4a035e5905c4ac" providerId="LiveId" clId="{41480F59-8A44-436D-82AD-C468D3E99A95}" dt="2025-04-25T12:16:22.495" v="81" actId="478"/>
          <ac:picMkLst>
            <pc:docMk/>
            <pc:sldMk cId="3166711638" sldId="490"/>
            <ac:picMk id="23" creationId="{93581416-D3F3-1FA3-C9F3-E022CBE6179E}"/>
          </ac:picMkLst>
        </pc:picChg>
        <pc:picChg chg="mod">
          <ac:chgData name="Anastasia Samoylova" userId="fd4a035e5905c4ac" providerId="LiveId" clId="{41480F59-8A44-436D-82AD-C468D3E99A95}" dt="2025-04-25T12:32:12.999" v="113" actId="1076"/>
          <ac:picMkLst>
            <pc:docMk/>
            <pc:sldMk cId="3166711638" sldId="490"/>
            <ac:picMk id="32" creationId="{B680CEA0-E078-C494-F44C-1848D4E62885}"/>
          </ac:picMkLst>
        </pc:picChg>
      </pc:sldChg>
      <pc:sldChg chg="addSp delSp modSp mod modClrScheme chgLayout modNotesTx">
        <pc:chgData name="Anastasia Samoylova" userId="fd4a035e5905c4ac" providerId="LiveId" clId="{41480F59-8A44-436D-82AD-C468D3E99A95}" dt="2025-04-26T14:07:08.337" v="240" actId="20577"/>
        <pc:sldMkLst>
          <pc:docMk/>
          <pc:sldMk cId="1960036988" sldId="491"/>
        </pc:sldMkLst>
        <pc:spChg chg="mod ord">
          <ac:chgData name="Anastasia Samoylova" userId="fd4a035e5905c4ac" providerId="LiveId" clId="{41480F59-8A44-436D-82AD-C468D3E99A95}" dt="2025-04-25T12:31:46.115" v="107" actId="1076"/>
          <ac:spMkLst>
            <pc:docMk/>
            <pc:sldMk cId="1960036988" sldId="491"/>
            <ac:spMk id="2" creationId="{3434F9FF-769A-9DBF-3342-C22942D75BDE}"/>
          </ac:spMkLst>
        </pc:spChg>
        <pc:spChg chg="add del mod">
          <ac:chgData name="Anastasia Samoylova" userId="fd4a035e5905c4ac" providerId="LiveId" clId="{41480F59-8A44-436D-82AD-C468D3E99A95}" dt="2025-04-25T12:31:15.939" v="100" actId="478"/>
          <ac:spMkLst>
            <pc:docMk/>
            <pc:sldMk cId="1960036988" sldId="491"/>
            <ac:spMk id="5" creationId="{C625EA6F-C5C2-FC82-F8DF-2C2A5C5D2096}"/>
          </ac:spMkLst>
        </pc:spChg>
        <pc:graphicFrameChg chg="mod modGraphic">
          <ac:chgData name="Anastasia Samoylova" userId="fd4a035e5905c4ac" providerId="LiveId" clId="{41480F59-8A44-436D-82AD-C468D3E99A95}" dt="2025-04-25T12:31:48.422" v="108" actId="1076"/>
          <ac:graphicFrameMkLst>
            <pc:docMk/>
            <pc:sldMk cId="1960036988" sldId="491"/>
            <ac:graphicFrameMk id="3" creationId="{C4DFCEC3-0F83-D292-2E01-F3222F7DFA05}"/>
          </ac:graphicFrameMkLst>
        </pc:graphicFrameChg>
        <pc:picChg chg="add mod">
          <ac:chgData name="Anastasia Samoylova" userId="fd4a035e5905c4ac" providerId="LiveId" clId="{41480F59-8A44-436D-82AD-C468D3E99A95}" dt="2025-04-25T12:31:42.437" v="106" actId="14100"/>
          <ac:picMkLst>
            <pc:docMk/>
            <pc:sldMk cId="1960036988" sldId="491"/>
            <ac:picMk id="6" creationId="{CF1DC7E1-7EF4-D778-F9AA-8350A1A44E6B}"/>
          </ac:picMkLst>
        </pc:picChg>
        <pc:picChg chg="del mod ord">
          <ac:chgData name="Anastasia Samoylova" userId="fd4a035e5905c4ac" providerId="LiveId" clId="{41480F59-8A44-436D-82AD-C468D3E99A95}" dt="2025-04-25T12:31:13.547" v="99" actId="478"/>
          <ac:picMkLst>
            <pc:docMk/>
            <pc:sldMk cId="1960036988" sldId="491"/>
            <ac:picMk id="25" creationId="{411A8E48-BF0F-55E8-EF0D-679F5FAF5E20}"/>
          </ac:picMkLst>
        </pc:picChg>
      </pc:sldChg>
      <pc:sldChg chg="addSp delSp modSp new mod modClrScheme chgLayout">
        <pc:chgData name="Anastasia Samoylova" userId="fd4a035e5905c4ac" providerId="LiveId" clId="{41480F59-8A44-436D-82AD-C468D3E99A95}" dt="2025-04-26T10:18:16.195" v="197" actId="207"/>
        <pc:sldMkLst>
          <pc:docMk/>
          <pc:sldMk cId="1975586979" sldId="492"/>
        </pc:sldMkLst>
        <pc:spChg chg="del mod ord">
          <ac:chgData name="Anastasia Samoylova" userId="fd4a035e5905c4ac" providerId="LiveId" clId="{41480F59-8A44-436D-82AD-C468D3E99A95}" dt="2025-04-26T07:49:31.035" v="174" actId="700"/>
          <ac:spMkLst>
            <pc:docMk/>
            <pc:sldMk cId="1975586979" sldId="492"/>
            <ac:spMk id="2" creationId="{1DC68624-50DF-AAFB-BA5B-F691CA072C34}"/>
          </ac:spMkLst>
        </pc:spChg>
        <pc:spChg chg="del mod ord">
          <ac:chgData name="Anastasia Samoylova" userId="fd4a035e5905c4ac" providerId="LiveId" clId="{41480F59-8A44-436D-82AD-C468D3E99A95}" dt="2025-04-26T07:49:31.035" v="174" actId="700"/>
          <ac:spMkLst>
            <pc:docMk/>
            <pc:sldMk cId="1975586979" sldId="492"/>
            <ac:spMk id="3" creationId="{A174EBB1-CA5E-6036-A827-E1628CA68858}"/>
          </ac:spMkLst>
        </pc:spChg>
        <pc:spChg chg="del mod ord">
          <ac:chgData name="Anastasia Samoylova" userId="fd4a035e5905c4ac" providerId="LiveId" clId="{41480F59-8A44-436D-82AD-C468D3E99A95}" dt="2025-04-26T07:49:31.035" v="174" actId="700"/>
          <ac:spMkLst>
            <pc:docMk/>
            <pc:sldMk cId="1975586979" sldId="492"/>
            <ac:spMk id="4" creationId="{8852A8BE-3185-EC52-096D-59929C74F35B}"/>
          </ac:spMkLst>
        </pc:spChg>
        <pc:spChg chg="add del mod ord">
          <ac:chgData name="Anastasia Samoylova" userId="fd4a035e5905c4ac" providerId="LiveId" clId="{41480F59-8A44-436D-82AD-C468D3E99A95}" dt="2025-04-26T07:49:48.864" v="175" actId="478"/>
          <ac:spMkLst>
            <pc:docMk/>
            <pc:sldMk cId="1975586979" sldId="492"/>
            <ac:spMk id="5" creationId="{F57D8CBE-3197-EC1B-1D28-AB9EB12A7F3C}"/>
          </ac:spMkLst>
        </pc:spChg>
        <pc:spChg chg="add del mod ord">
          <ac:chgData name="Anastasia Samoylova" userId="fd4a035e5905c4ac" providerId="LiveId" clId="{41480F59-8A44-436D-82AD-C468D3E99A95}" dt="2025-04-26T07:50:17.987" v="178" actId="478"/>
          <ac:spMkLst>
            <pc:docMk/>
            <pc:sldMk cId="1975586979" sldId="492"/>
            <ac:spMk id="6" creationId="{4D40EA06-A5BE-96A2-00E1-794A42A68C39}"/>
          </ac:spMkLst>
        </pc:spChg>
        <pc:spChg chg="add mod ord">
          <ac:chgData name="Anastasia Samoylova" userId="fd4a035e5905c4ac" providerId="LiveId" clId="{41480F59-8A44-436D-82AD-C468D3E99A95}" dt="2025-04-26T10:18:16.195" v="197" actId="207"/>
          <ac:spMkLst>
            <pc:docMk/>
            <pc:sldMk cId="1975586979" sldId="492"/>
            <ac:spMk id="7" creationId="{9171232D-6015-7903-ECF1-58F270E51B1F}"/>
          </ac:spMkLst>
        </pc:spChg>
        <pc:spChg chg="add del mod ord">
          <ac:chgData name="Anastasia Samoylova" userId="fd4a035e5905c4ac" providerId="LiveId" clId="{41480F59-8A44-436D-82AD-C468D3E99A95}" dt="2025-04-26T07:50:19.172" v="179" actId="478"/>
          <ac:spMkLst>
            <pc:docMk/>
            <pc:sldMk cId="1975586979" sldId="492"/>
            <ac:spMk id="8" creationId="{38F6E6B5-E416-3ABA-204A-0FA6D076F4F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4/26/2025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e.es/dyngs/INEbase/en/operacion.htm?c=Estadistica_C&amp;cid=1254736170236&amp;idp=1254735576757&amp;menu=ultiDatos&amp;utm_source=chatgpt.co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de.es/webbe/en/estadisticas/temas/tipos-interes.html?utm_source=chatgpt.com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Consumers typically rely on </a:t>
            </a:r>
            <a:r>
              <a:rPr lang="en-US" b="0" dirty="0"/>
              <a:t>bank websites, mortgage comparison platforms, financial advisors or brokers.</a:t>
            </a:r>
          </a:p>
          <a:p>
            <a:pPr marL="0" indent="0">
              <a:buFontTx/>
              <a:buNone/>
            </a:pPr>
            <a:r>
              <a:rPr lang="en-US" b="1" dirty="0"/>
              <a:t>APIs</a:t>
            </a:r>
            <a:r>
              <a:rPr lang="en-US" b="0" dirty="0"/>
              <a:t>: There are no open, standardized APIs that allow private individuals to retrieve real-time mortgage offer data across banks. Mortgage data remains decentralized and often manually accessible only (tried APIs </a:t>
            </a:r>
            <a:r>
              <a:rPr lang="en-US" b="0" dirty="0" err="1"/>
              <a:t>TrueLayer</a:t>
            </a:r>
            <a:r>
              <a:rPr lang="en-US" b="0" dirty="0"/>
              <a:t>, Tink - but no access to real data)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available public data focuses on aggregated statistics:​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0" dirty="0"/>
              <a:t>- Instituto Nacional de </a:t>
            </a:r>
            <a:r>
              <a:rPr lang="en-US" b="0" dirty="0" err="1"/>
              <a:t>Estadística</a:t>
            </a:r>
            <a:r>
              <a:rPr lang="en-US" b="0" dirty="0"/>
              <a:t> (INE) publishes </a:t>
            </a:r>
            <a:r>
              <a:rPr lang="en-US" dirty="0"/>
              <a:t>monthly reports on mortgage activity, including avg loan amounts, interest rates, and number of mortgages constituted </a:t>
            </a:r>
            <a:r>
              <a:rPr lang="en-US" dirty="0" err="1">
                <a:hlinkClick r:id="rId3"/>
              </a:rPr>
              <a:t>INEbase</a:t>
            </a:r>
            <a:r>
              <a:rPr lang="en-US" dirty="0">
                <a:hlinkClick r:id="rId3"/>
              </a:rPr>
              <a:t> / Industry, energy and construction /Construction and housing /Mortgage Statistics / Latest data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b="0" dirty="0"/>
              <a:t>- Banco de España </a:t>
            </a:r>
            <a:r>
              <a:rPr lang="en-US" dirty="0"/>
              <a:t>provides detailed statistics on interest rates applied by financial institutions, covering various loan types and terms. ​</a:t>
            </a:r>
            <a:r>
              <a:rPr lang="en-US" dirty="0">
                <a:hlinkClick r:id="rId4"/>
              </a:rPr>
              <a:t>Interest rate statistics • </a:t>
            </a:r>
            <a:r>
              <a:rPr lang="en-US" dirty="0" err="1">
                <a:hlinkClick r:id="rId4"/>
              </a:rPr>
              <a:t>BdE</a:t>
            </a:r>
            <a:endParaRPr lang="en-US" dirty="0"/>
          </a:p>
          <a:p>
            <a:pPr>
              <a:buNone/>
            </a:pPr>
            <a:r>
              <a:rPr lang="en-US" dirty="0"/>
              <a:t>These sources offer valuable insights into the overall mortgage market trends but do not provide real-time, bank-specific mortgage offers.​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1173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1066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A832-4420-B112-0C05-4C64F2F5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E68CF-59F3-A0F4-165B-D2B14B69F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5CE99-232B-9D63-B779-FD165E5FD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distributions you see here are a direct result of how the data was gathered, not how the Spanish mortgage market is structured.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Traditional banks are more represented simply because more of them offer accessible simulations. Digital banks are growing but still lag in publicly available offer data.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Fixed loans were prioritized intentionally — they offer the most consistent way to compare APRs. However, since some banks only provide variable or mixed options online, those were included to avoid excluding valuable offers.</a:t>
            </a:r>
          </a:p>
          <a:p>
            <a:r>
              <a:rPr lang="en-US" dirty="0"/>
              <a:t>Lastly, bonus conditions appear almost evenly split — many banks require certain conditions like bundled insurance for better rates, but others don’t, which reflects in the dataset.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51DAE-152D-2DEA-DD7D-FE3A76A60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05546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2844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4/26/2025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Data-Driven Analysis of Mortgage Costs in Spain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Project @Ironhack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April 26, 2025</a:t>
            </a:r>
          </a:p>
          <a:p>
            <a:r>
              <a:rPr lang="en-US" dirty="0"/>
              <a:t>Anastasia Samoylova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70682"/>
            <a:ext cx="7944104" cy="830997"/>
          </a:xfrm>
        </p:spPr>
        <p:txBody>
          <a:bodyPr/>
          <a:lstStyle/>
          <a:p>
            <a:r>
              <a:rPr lang="en-US" sz="4000" dirty="0"/>
              <a:t>What Drives Mortgage Costs in Spain?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6033008" cy="4442618"/>
          </a:xfrm>
        </p:spPr>
        <p:txBody>
          <a:bodyPr/>
          <a:lstStyle/>
          <a:p>
            <a:r>
              <a:rPr lang="en-US" dirty="0"/>
              <a:t>Mortgage </a:t>
            </a:r>
            <a:r>
              <a:rPr lang="en-US" b="1" dirty="0"/>
              <a:t>costs vary </a:t>
            </a:r>
            <a:r>
              <a:rPr lang="en-US" dirty="0"/>
              <a:t>depending on bank, customer profile, and conditions.</a:t>
            </a:r>
          </a:p>
          <a:p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central, public database </a:t>
            </a:r>
            <a:r>
              <a:rPr lang="en-US" dirty="0"/>
              <a:t>of Spanish mortgage offers. </a:t>
            </a:r>
          </a:p>
          <a:p>
            <a:endParaRPr lang="en-US" dirty="0"/>
          </a:p>
          <a:p>
            <a:r>
              <a:rPr lang="en-US" b="1" dirty="0"/>
              <a:t>My goal</a:t>
            </a:r>
            <a:r>
              <a:rPr lang="en-US" dirty="0"/>
              <a:t>: analyze how different features impact the mortgage cost - the APR.</a:t>
            </a:r>
          </a:p>
          <a:p>
            <a:pPr lvl="1"/>
            <a:r>
              <a:rPr lang="en-US" b="1" dirty="0"/>
              <a:t>APR </a:t>
            </a:r>
            <a:r>
              <a:rPr lang="en-US" dirty="0"/>
              <a:t>(Annual Percentage Rate)</a:t>
            </a:r>
            <a:r>
              <a:rPr lang="en-US" b="1" dirty="0"/>
              <a:t>: </a:t>
            </a:r>
            <a:r>
              <a:rPr lang="en-US" dirty="0"/>
              <a:t>Represents the </a:t>
            </a:r>
            <a:r>
              <a:rPr lang="en-US" b="1" dirty="0"/>
              <a:t>total yearly cost </a:t>
            </a:r>
            <a:r>
              <a:rPr lang="en-US" dirty="0"/>
              <a:t>of a mortgage, including the interest rate and all costs (insurance, commissions, administrative costs, bank margin)</a:t>
            </a:r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544" r="22544"/>
          <a:stretch>
            <a:fillRect/>
          </a:stretch>
        </p:blipFill>
        <p:spPr/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CB4ECD-8A9C-2757-975B-40E66D7BD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91" y="6287265"/>
            <a:ext cx="2629267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91F3-E416-ED01-A7D0-B960FEB2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3A89-A81A-61B2-58C9-E2239480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414648"/>
            <a:ext cx="7976824" cy="830997"/>
          </a:xfrm>
        </p:spPr>
        <p:txBody>
          <a:bodyPr/>
          <a:lstStyle/>
          <a:p>
            <a:r>
              <a:rPr lang="en-US" sz="4000" dirty="0"/>
              <a:t>Methodology: How I collected the Data</a:t>
            </a:r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19191EC8-4B15-A14E-F7DB-783B492B97D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37B670-1C75-957D-8A0C-9C7D59AF0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1961355"/>
            <a:ext cx="10521950" cy="36298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Used real bank simulators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dirty="0"/>
              <a:t>Collected data manually from 16 banks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Defined the </a:t>
            </a:r>
            <a:r>
              <a:rPr lang="en-US" b="1" dirty="0"/>
              <a:t>base scenario for the investment and the applier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Simulated 118 different loan scenarios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Added data like bank type and bank description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7D2E5C-9088-C4B1-D81A-67E6B3108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90" y="6306884"/>
            <a:ext cx="2629267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6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Escalators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0966-9752-4035-9DD5-FFBC93FC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800" kern="1200" dirty="0">
                <a:effectLst/>
                <a:latin typeface="Calibri Light" panose="020F0302020204030204" pitchFamily="34" charset="0"/>
                <a:ea typeface="+mn-ea"/>
                <a:cs typeface="+mn-cs"/>
              </a:rPr>
              <a:t>Dataset Summary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DC29-DFE2-4F0C-9C81-DDBC9CD8D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Let’s dive in</a:t>
            </a:r>
          </a:p>
        </p:txBody>
      </p:sp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430CC-097B-B095-44EE-8EFEBBF5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90F7A-5AE6-670B-CA89-DEEC36FE3E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615" y="1572379"/>
            <a:ext cx="5080000" cy="438150"/>
          </a:xfrm>
        </p:spPr>
        <p:txBody>
          <a:bodyPr/>
          <a:lstStyle/>
          <a:p>
            <a:r>
              <a:rPr lang="en-GB" dirty="0"/>
              <a:t>Collected Data</a:t>
            </a:r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3C1C4-D652-DC89-E690-7D3C7B0CDE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6515" y="1559882"/>
            <a:ext cx="5080000" cy="438150"/>
          </a:xfrm>
        </p:spPr>
        <p:txBody>
          <a:bodyPr/>
          <a:lstStyle/>
          <a:p>
            <a:r>
              <a:rPr lang="en-US" dirty="0"/>
              <a:t>Base Case </a:t>
            </a:r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4E906889-4294-EFB5-BBCF-CEFF84BDAB0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/>
          <a:srcRect t="10082" b="10082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E6C54-0E89-67D0-5033-2DB01556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52" y="364442"/>
            <a:ext cx="6632766" cy="830997"/>
          </a:xfrm>
        </p:spPr>
        <p:txBody>
          <a:bodyPr/>
          <a:lstStyle/>
          <a:p>
            <a:r>
              <a:rPr lang="en-US" sz="4000" dirty="0"/>
              <a:t>What the Data Looks Like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3B9D9E-0FB1-5EDE-3C3B-5EF2232F8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48" y="6372546"/>
            <a:ext cx="2629267" cy="242023"/>
          </a:xfrm>
          <a:prstGeom prst="rect">
            <a:avLst/>
          </a:prstGeom>
        </p:spPr>
      </p:pic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2F17BFD6-8E1E-0631-CFA4-6A1DAEC68728}"/>
              </a:ext>
            </a:extLst>
          </p:cNvPr>
          <p:cNvSpPr/>
          <p:nvPr/>
        </p:nvSpPr>
        <p:spPr>
          <a:xfrm>
            <a:off x="456267" y="2159984"/>
            <a:ext cx="5584648" cy="3898220"/>
          </a:xfrm>
          <a:prstGeom prst="flowChartDocumen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118 loan simulations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US" dirty="0"/>
              <a:t>eatures: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APR in 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Loan Term (15y – 30y)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Bonus Conditions (No Bonus/Bonus)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Customer Type (Resident/No-Resident)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Bank Type (Traditional/Digital)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Bank Description</a:t>
            </a:r>
          </a:p>
          <a:p>
            <a:pPr algn="ctr"/>
            <a:endParaRPr lang="en-DE" dirty="0"/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EB1F3C09-7AEF-3734-5D2E-DB144EADEAB0}"/>
              </a:ext>
            </a:extLst>
          </p:cNvPr>
          <p:cNvSpPr/>
          <p:nvPr/>
        </p:nvSpPr>
        <p:spPr>
          <a:xfrm>
            <a:off x="6396515" y="2159984"/>
            <a:ext cx="5584648" cy="3898220"/>
          </a:xfrm>
          <a:prstGeom prst="flowChartDocumen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Investment: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Loan amount: 100 k€ (property price: 150 k€)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Location: Madrid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dirty="0" err="1"/>
              <a:t>Usage</a:t>
            </a:r>
            <a:r>
              <a:rPr lang="es-ES" dirty="0"/>
              <a:t>: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Residence</a:t>
            </a:r>
            <a:endParaRPr lang="es-E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Property type: Second-hand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dirty="0"/>
              <a:t>Applier: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Net income: 2 k€/month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Residency: Spanish resident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Age: 32 years</a:t>
            </a:r>
            <a:endParaRPr lang="en-DE" dirty="0"/>
          </a:p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5518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7C05-EFDA-1B35-2134-BCF8E785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D0509290-5375-8FBD-6C8F-2191C06EBD2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/>
          <a:srcRect t="10082" b="10082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D991A-4702-6558-A3C1-7EA30108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28" y="326193"/>
            <a:ext cx="6767704" cy="830997"/>
          </a:xfrm>
        </p:spPr>
        <p:txBody>
          <a:bodyPr/>
          <a:lstStyle/>
          <a:p>
            <a:r>
              <a:rPr lang="en-US" sz="4000" dirty="0"/>
              <a:t>Main Feature Distributions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1B1FC-9B5D-6160-81C4-110B46739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90" y="6464966"/>
            <a:ext cx="2629267" cy="242023"/>
          </a:xfrm>
          <a:prstGeom prst="rect">
            <a:avLst/>
          </a:prstGeom>
        </p:spPr>
      </p:pic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25A3758-7363-FF81-B14B-750C12BC0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728" y="4905208"/>
            <a:ext cx="3286700" cy="12830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Traditional banks overrepresented: Due to greater data transparency from traditional banks, more offers were collected from them.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9760217-48AE-E25B-C51C-C464AB87C8EE}"/>
              </a:ext>
            </a:extLst>
          </p:cNvPr>
          <p:cNvSpPr txBox="1">
            <a:spLocks/>
          </p:cNvSpPr>
          <p:nvPr/>
        </p:nvSpPr>
        <p:spPr>
          <a:xfrm>
            <a:off x="4207433" y="4844702"/>
            <a:ext cx="3375183" cy="1404036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Fixed-interest loans dominate because they allow for a consistent APR comparison. Some banks only provide variable or mixed loan simulations, so they were added to enrich analysis.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8FFD55-AB0E-4BBD-8F41-CC262E3E0E6D}"/>
              </a:ext>
            </a:extLst>
          </p:cNvPr>
          <p:cNvSpPr txBox="1"/>
          <p:nvPr/>
        </p:nvSpPr>
        <p:spPr>
          <a:xfrm>
            <a:off x="448290" y="1153842"/>
            <a:ext cx="8338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Data availability, not market reality</a:t>
            </a:r>
            <a:r>
              <a:rPr lang="en-US" i="1" dirty="0"/>
              <a:t>: Feature distributions reflect what was accessible via public simulations — not a true market representation.</a:t>
            </a:r>
            <a:endParaRPr lang="en-DE" i="1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6029AE83-4E42-AC8B-DF25-72D28F2A10A8}"/>
              </a:ext>
            </a:extLst>
          </p:cNvPr>
          <p:cNvSpPr txBox="1">
            <a:spLocks/>
          </p:cNvSpPr>
          <p:nvPr/>
        </p:nvSpPr>
        <p:spPr>
          <a:xfrm>
            <a:off x="7950389" y="4852333"/>
            <a:ext cx="3375183" cy="1404036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Bonus condition split: While most banks promote bonus-linked loans, not all do — resulting in a near 58/42 distribution.</a:t>
            </a:r>
          </a:p>
        </p:txBody>
      </p:sp>
      <p:pic>
        <p:nvPicPr>
          <p:cNvPr id="32" name="Graphic 31" descr="Exclamation mark with solid fill">
            <a:extLst>
              <a:ext uri="{FF2B5EF4-FFF2-40B4-BE49-F238E27FC236}">
                <a16:creationId xmlns:a16="http://schemas.microsoft.com/office/drawing/2014/main" id="{B680CEA0-E078-C494-F44C-1848D4E628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23684" y="972160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62B249-E6F3-F255-CFDC-1E64326E97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7712" y="2293957"/>
            <a:ext cx="3131661" cy="2403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61D84F-0426-3AA9-A9F0-1D68CEAEA2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4146" y="2024710"/>
            <a:ext cx="3757960" cy="2808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3649FF-C181-6A43-31D5-A9D97CA99B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894" y="2319654"/>
            <a:ext cx="2560007" cy="23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1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9E64-C1E3-6BB2-15EE-0AB8B418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Reflection of city at dusk on mirrored building">
            <a:extLst>
              <a:ext uri="{FF2B5EF4-FFF2-40B4-BE49-F238E27FC236}">
                <a16:creationId xmlns:a16="http://schemas.microsoft.com/office/drawing/2014/main" id="{4F34E533-BE8D-D410-657F-913773B6EB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0000"/>
          </a:blip>
          <a:srcRect t="6692" b="6692"/>
          <a:stretch/>
        </p:blipFill>
        <p:spPr>
          <a:xfrm>
            <a:off x="-5606" y="0"/>
            <a:ext cx="12192000" cy="6858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4937FBB-F94E-F295-5449-C40398D1D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EEA514-E094-0DE7-E0CD-A072651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800" b="1" kern="1200" dirty="0">
                <a:effectLst/>
                <a:latin typeface="Calibri Light" panose="020F0302020204030204" pitchFamily="34" charset="0"/>
                <a:ea typeface="+mn-ea"/>
                <a:cs typeface="+mn-cs"/>
              </a:rPr>
              <a:t>Dashboard and Insights</a:t>
            </a:r>
            <a:endParaRPr lang="en-US" sz="48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E2C23A-8F96-EF55-3AD1-7007474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A92EA1-CB59-97DD-F583-82F8062F4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A4D2D0A-A338-8E29-5292-46E9ED201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BAC2E6-DFE0-A260-C842-4A27DEF0B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Let’s dive into Tableau</a:t>
            </a:r>
            <a:endParaRPr lang="en-DE" sz="2400" dirty="0"/>
          </a:p>
        </p:txBody>
      </p:sp>
    </p:spTree>
    <p:extLst>
      <p:ext uri="{BB962C8B-B14F-4D97-AF65-F5344CB8AC3E}">
        <p14:creationId xmlns:p14="http://schemas.microsoft.com/office/powerpoint/2010/main" val="173450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A67F-D3E6-93EE-166E-EBB364F5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F9FF-769A-9DBF-3342-C22942D7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199210"/>
            <a:ext cx="8750300" cy="830997"/>
          </a:xfrm>
        </p:spPr>
        <p:txBody>
          <a:bodyPr/>
          <a:lstStyle/>
          <a:p>
            <a:r>
              <a:rPr lang="en-US" sz="4000" dirty="0"/>
              <a:t>Key Statistical Finding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8ECB50-8345-E74B-F241-FAF17DAC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5191068"/>
            <a:ext cx="2629267" cy="4001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CB40EB-397A-7D9C-B970-D67C62576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6396646"/>
            <a:ext cx="2629267" cy="40010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DFCEC3-0F83-D292-2E01-F3222F7DF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173321"/>
              </p:ext>
            </p:extLst>
          </p:nvPr>
        </p:nvGraphicFramePr>
        <p:xfrm>
          <a:off x="390525" y="1030207"/>
          <a:ext cx="10945486" cy="53171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186471">
                  <a:extLst>
                    <a:ext uri="{9D8B030D-6E8A-4147-A177-3AD203B41FA5}">
                      <a16:colId xmlns:a16="http://schemas.microsoft.com/office/drawing/2014/main" val="1130152323"/>
                    </a:ext>
                  </a:extLst>
                </a:gridCol>
                <a:gridCol w="1461643">
                  <a:extLst>
                    <a:ext uri="{9D8B030D-6E8A-4147-A177-3AD203B41FA5}">
                      <a16:colId xmlns:a16="http://schemas.microsoft.com/office/drawing/2014/main" val="2088922187"/>
                    </a:ext>
                  </a:extLst>
                </a:gridCol>
                <a:gridCol w="1154577">
                  <a:extLst>
                    <a:ext uri="{9D8B030D-6E8A-4147-A177-3AD203B41FA5}">
                      <a16:colId xmlns:a16="http://schemas.microsoft.com/office/drawing/2014/main" val="2750286861"/>
                    </a:ext>
                  </a:extLst>
                </a:gridCol>
                <a:gridCol w="1375665">
                  <a:extLst>
                    <a:ext uri="{9D8B030D-6E8A-4147-A177-3AD203B41FA5}">
                      <a16:colId xmlns:a16="http://schemas.microsoft.com/office/drawing/2014/main" val="1206522606"/>
                    </a:ext>
                  </a:extLst>
                </a:gridCol>
                <a:gridCol w="1883565">
                  <a:extLst>
                    <a:ext uri="{9D8B030D-6E8A-4147-A177-3AD203B41FA5}">
                      <a16:colId xmlns:a16="http://schemas.microsoft.com/office/drawing/2014/main" val="1083462576"/>
                    </a:ext>
                  </a:extLst>
                </a:gridCol>
                <a:gridCol w="1883565">
                  <a:extLst>
                    <a:ext uri="{9D8B030D-6E8A-4147-A177-3AD203B41FA5}">
                      <a16:colId xmlns:a16="http://schemas.microsoft.com/office/drawing/2014/main" val="2649138303"/>
                    </a:ext>
                  </a:extLst>
                </a:gridCol>
              </a:tblGrid>
              <a:tr h="532748">
                <a:tc>
                  <a:txBody>
                    <a:bodyPr/>
                    <a:lstStyle/>
                    <a:p>
                      <a:r>
                        <a:rPr lang="en-GB" dirty="0"/>
                        <a:t>Feature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 Type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APR Diff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p-value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Effect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Notes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276067"/>
                  </a:ext>
                </a:extLst>
              </a:tr>
              <a:tr h="532748">
                <a:tc>
                  <a:txBody>
                    <a:bodyPr/>
                    <a:lstStyle/>
                    <a:p>
                      <a:r>
                        <a:rPr lang="en-GB" dirty="0"/>
                        <a:t>Bank Type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t-test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Digital banks offer lower APRs</a:t>
                      </a:r>
                      <a:endParaRPr lang="en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032684"/>
                  </a:ext>
                </a:extLst>
              </a:tr>
              <a:tr h="532748">
                <a:tc>
                  <a:txBody>
                    <a:bodyPr/>
                    <a:lstStyle/>
                    <a:p>
                      <a:r>
                        <a:rPr lang="en-GB" dirty="0"/>
                        <a:t>Customer Type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t-test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Residents get better APRs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Limited data with 2 banks only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3385"/>
                  </a:ext>
                </a:extLst>
              </a:tr>
              <a:tr h="532748">
                <a:tc>
                  <a:txBody>
                    <a:bodyPr/>
                    <a:lstStyle/>
                    <a:p>
                      <a:r>
                        <a:rPr lang="en-GB" dirty="0"/>
                        <a:t>Bonus Conditions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t-test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0.3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Bonus conditions reduce APR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391776"/>
                  </a:ext>
                </a:extLst>
              </a:tr>
              <a:tr h="761068">
                <a:tc>
                  <a:txBody>
                    <a:bodyPr/>
                    <a:lstStyle/>
                    <a:p>
                      <a:r>
                        <a:rPr lang="en-GB" dirty="0"/>
                        <a:t>Loan Term (pricing strategy)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t-test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0.16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significant overall difference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497381"/>
                  </a:ext>
                </a:extLst>
              </a:tr>
              <a:tr h="761068">
                <a:tc>
                  <a:txBody>
                    <a:bodyPr/>
                    <a:lstStyle/>
                    <a:p>
                      <a:r>
                        <a:rPr lang="en-GB" dirty="0"/>
                        <a:t>Loan Term (Increase Group)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ANOVA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0.88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 remains stable across loan terms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within-group variation despite increasing trend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254013"/>
                  </a:ext>
                </a:extLst>
              </a:tr>
              <a:tr h="761068">
                <a:tc>
                  <a:txBody>
                    <a:bodyPr/>
                    <a:lstStyle/>
                    <a:p>
                      <a:r>
                        <a:rPr lang="en-GB" dirty="0"/>
                        <a:t>Loan Term (Decrease Group)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ANOVA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0.94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 remains stable across loan terms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APRs overall, but not significantly changing by term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913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F1DC7E1-7EF4-D778-F9AA-8350A1A44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14" y="182180"/>
            <a:ext cx="1956519" cy="72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36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71232D-6015-7903-ECF1-58F270E51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33533" y="2452968"/>
            <a:ext cx="3924934" cy="1637770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Thank you for following this analysis journey with me.</a:t>
            </a:r>
            <a:endParaRPr lang="en-DE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586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0</TotalTime>
  <Words>745</Words>
  <Application>Microsoft Office PowerPoint</Application>
  <PresentationFormat>Widescreen</PresentationFormat>
  <Paragraphs>110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Data-Driven Analysis of Mortgage Costs in Spain</vt:lpstr>
      <vt:lpstr>What Drives Mortgage Costs in Spain?</vt:lpstr>
      <vt:lpstr>Methodology: How I collected the Data</vt:lpstr>
      <vt:lpstr>Dataset Summary</vt:lpstr>
      <vt:lpstr>What the Data Looks Like</vt:lpstr>
      <vt:lpstr>Main Feature Distributions</vt:lpstr>
      <vt:lpstr>Dashboard and Insights</vt:lpstr>
      <vt:lpstr>Key Statistical Finding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Anastasia Samoylova</dc:creator>
  <cp:lastModifiedBy>Anastasia Samoylova</cp:lastModifiedBy>
  <cp:revision>4</cp:revision>
  <dcterms:created xsi:type="dcterms:W3CDTF">2025-04-17T22:29:27Z</dcterms:created>
  <dcterms:modified xsi:type="dcterms:W3CDTF">2025-04-26T14:07:10Z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